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0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6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7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0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2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8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4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8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8561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35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6362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24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77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45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0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A69E8-9A7E-47CD-90F3-41B4BE5FF1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219A8A-DC2B-456B-9ECD-5160B430A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1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IoT-Based Chicken Boarding Temperature Control 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An Automated Poultry Farming Solution Using ESP32 and Machine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76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Poultry farming plays a critical role in global food security. However, traditional practices lack automation and data-driven decision-making. </a:t>
            </a:r>
          </a:p>
          <a:p>
            <a:r>
              <a:rPr lang="en-US" dirty="0" smtClean="0"/>
              <a:t>This project introduces an </a:t>
            </a:r>
            <a:r>
              <a:rPr lang="en-US" dirty="0" err="1" smtClean="0"/>
              <a:t>IoT</a:t>
            </a:r>
            <a:r>
              <a:rPr lang="en-US" dirty="0" smtClean="0"/>
              <a:t>-based system using ESP32 that monitors and controls temperature, humidity, lighting, gas levels, and diseases in a chicken coop, ensuring optimal conditions for growth and health.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23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Problem Statement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Traditional poultry farming lacks precise environmental control and early disease detection mechanisms. </a:t>
            </a:r>
          </a:p>
          <a:p>
            <a:r>
              <a:rPr lang="en-US" dirty="0" smtClean="0"/>
              <a:t>This results in increased mortality, poor productivity, and high manual labor.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97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Existing System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Most poultry systems rely on manual monitoring and control. Existing systems often have limited automation and no integration of IoT or machine learning for disease prediction or environmental management.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43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Proposed System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proposed system uses ESP32 with sensors and actuators to automate temperature, humidity, air quality, and lighting control.</a:t>
            </a:r>
          </a:p>
          <a:p>
            <a:r>
              <a:rPr lang="en-US" dirty="0" smtClean="0"/>
              <a:t> It includes Bluetooth app control, Wi-Fi alerts, and a machine learning model to predict diseases based on sensor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1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- To create an IoT-based system for automatic monitoring and control of poultry coop environment.</a:t>
            </a:r>
          </a:p>
          <a:p>
            <a:r>
              <a:rPr lang="en-US" smtClean="0"/>
              <a:t>- To ensure optimal temperature, humidity, and lighting.</a:t>
            </a:r>
          </a:p>
          <a:p>
            <a:r>
              <a:rPr lang="en-US" smtClean="0"/>
              <a:t>- To detect harmful gases and alert users in real-time.</a:t>
            </a:r>
          </a:p>
          <a:p>
            <a:r>
              <a:rPr lang="en-US" smtClean="0"/>
              <a:t>- To implement machine learning for early disease detection.</a:t>
            </a:r>
          </a:p>
          <a:p>
            <a:r>
              <a:rPr lang="en-US" smtClean="0"/>
              <a:t>- To reduce manual intervention and improve chicken health.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8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Literature Survey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Studies show that automation in poultry farming significantly improves health and yield.</a:t>
            </a:r>
          </a:p>
          <a:p>
            <a:r>
              <a:rPr lang="en-US" dirty="0" smtClean="0"/>
              <a:t> Recent research has explored sensor-based monitoring and control systems. However, integration with machine learning for disease prediction is still emerging.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5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655231"/>
              </p:ext>
            </p:extLst>
          </p:nvPr>
        </p:nvGraphicFramePr>
        <p:xfrm>
          <a:off x="341193" y="637779"/>
          <a:ext cx="10304060" cy="6035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0812"/>
                <a:gridCol w="2060812"/>
                <a:gridCol w="2060812"/>
                <a:gridCol w="2060812"/>
                <a:gridCol w="2060812"/>
              </a:tblGrid>
              <a:tr h="4218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18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Paper Title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 &amp; Year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Methodology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Merits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Findings/Inference</a:t>
                      </a:r>
                    </a:p>
                  </a:txBody>
                  <a:tcPr marL="9525" marR="9525" marT="9525" marB="0" anchor="ctr"/>
                </a:tc>
              </a:tr>
              <a:tr h="13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 IoT-Based Smart Poultry Farm Monitoring System with Disease Detection Framework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Sharma et al. (2022)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Integrated IoT sensors with deep learning (CNN) for environmental monitoring and disease detection using image analysis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Real-time health monitoring&lt;br&gt;- Multi-parameter sensing (temperature, humidity, ammonia)&lt;br&gt;- 94.7% accuracy in disease detection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Early disease detection significantly reduced mortality rates by 23%; system's cost-effectiveness makes it suitable for small to medium farms</a:t>
                      </a:r>
                    </a:p>
                  </a:txBody>
                  <a:tcPr marL="9525" marR="9525" marT="9525" marB="0" anchor="ctr"/>
                </a:tc>
              </a:tr>
              <a:tr h="11550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Automated Disease Detection in Poultry Using Deep Learning and IoT-Based Thermal Imaging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Zhang &amp; Patel (2023)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Combined thermal imaging with CNN-LSTM networks for early disease detection based on thermal signatures; deployed on ESP32 edge devices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Non-invasive monitoring&lt;br&gt;- Detects diseases 2-3 days before visible symptoms&lt;br&gt;- Low power consumption design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pattern analysis demonstrated 91% accuracy in detecting respiratory infections before clinical signs appeared; reduced antibiotic usage by 38%</a:t>
                      </a:r>
                    </a:p>
                  </a:txBody>
                  <a:tcPr marL="9525" marR="9525" marT="9525" marB="0" anchor="ctr"/>
                </a:tc>
              </a:tr>
              <a:tr h="13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Smart Poultry Farming: A Data-Driven Approach with Machine Learning for Optimal Environmental Control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 et al. (2022)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Multi-sensor IoT network with reinforcement learning algorithms to dynamically adjust environmental parameters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Self-optimizing environmental controls&lt;br&gt;- Cloud-based data analytics&lt;br&gt;- Mobile application interface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 17% improvement in feed conversion ratio through precise environmental control; system paid for itself within 8 months through reduced energy costs</a:t>
                      </a:r>
                    </a:p>
                  </a:txBody>
                  <a:tcPr marL="9525" marR="9525" marT="9525" marB="0" anchor="ctr"/>
                </a:tc>
              </a:tr>
              <a:tr h="13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Deep Learning-Based Behavioral Analysis for Welfare Assessment in Commercial Broiler Farms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Johnson &amp; Kim (2023)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vision system using YOLOv5 for tracking chicken movement patterns and detecting abnormal behaviors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- 24/7 monitoring without human intervention&lt;br&gt;- Stress detection based on movement patterns&lt;br&gt;- Integrates with existing farm systems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Successfully identified early signs of welfare issues with 89% accuracy; when implemented, reduced flock aggression incidents by 34% and improved overall weight gain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99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116592"/>
              </p:ext>
            </p:extLst>
          </p:nvPr>
        </p:nvGraphicFramePr>
        <p:xfrm>
          <a:off x="213838" y="222604"/>
          <a:ext cx="11782545" cy="6505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509"/>
                <a:gridCol w="2356509"/>
                <a:gridCol w="2356509"/>
                <a:gridCol w="2356509"/>
                <a:gridCol w="2356509"/>
              </a:tblGrid>
              <a:tr h="1017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-Enabled Smart Ventilation System for Ammonia Control in Poultry Houses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Mehta et al. (2024)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WSN (Wireless Sensor Network) with MQ-135 gas sensors and fuzzy logic control for optimal ventilation management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Precise ammonia level management&lt;br&gt;- Energy-efficient ventilation control&lt;br&gt;- Remote monitoring capabilities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Reduced respiratory disease incidence by 41%; improved air quality led to 7% increase in growth rate and 9% decrease in feed consumption</a:t>
                      </a:r>
                    </a:p>
                  </a:txBody>
                  <a:tcPr marL="9525" marR="9525" marT="9525" marB="0" anchor="ctr"/>
                </a:tc>
              </a:tr>
              <a:tr h="1017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Federated Learning Approach for Disease Detection in Smart Poultry Farms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Wang et al. (2022)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Distributed machine learning framework using federated learning across multiple farms while preserving data privacy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Privacy-preserving data sharing&lt;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&gt;- Continuous model improvement&lt;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&gt;- Adaptable to various farm conditions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Created a robust disease detection model with 96.2% accuracy by leveraging data from multiple farms without compromising individual farm data privacy</a:t>
                      </a:r>
                    </a:p>
                  </a:txBody>
                  <a:tcPr marL="9525" marR="9525" marT="9525" marB="0" anchor="ctr"/>
                </a:tc>
              </a:tr>
              <a:tr h="14195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Multi-Modal Sensing for Early Stress Detection in Broiler Chickens Using IoT and Deep Learning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Garcia &amp; Thompson (2023)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of audio, video, and environmental sensors with transformer-based deep learning models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Multi-modal data fusion&lt;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&gt;- Stress detection before production impact&lt;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&gt;- Scalable architecture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 detected heat stress 1-2 hours before conventional methods; intervention based on early warnings maintained production levels during heat waves, preventing estimated 12% losses</a:t>
                      </a:r>
                    </a:p>
                  </a:txBody>
                  <a:tcPr marL="9525" marR="9525" marT="9525" marB="0" anchor="ctr"/>
                </a:tc>
              </a:tr>
              <a:tr h="1017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Blockchain-Integrated IoT Framework for Transparent and Efficient Poultry Supply Chain Management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Patel et al. (2024)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Blockchain technology integrated with IoT sensors for end-to-end traceability and quality assurance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Immutable record-keeping&lt;br&gt;- Consumer transparency&lt;br&gt;- Automated compliance reporting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Enhanced consumer trust with verifiable production conditions; reduced time for quality audits by 78%; premium pricing achieved through provable welfare standards</a:t>
                      </a:r>
                    </a:p>
                  </a:txBody>
                  <a:tcPr marL="9525" marR="9525" marT="9525" marB="0" anchor="ctr"/>
                </a:tc>
              </a:tr>
              <a:tr h="1017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Energy-Efficient Smart Poultry Farm Management Using Edge Computing and Deep Learning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Rodriguez et al. (2022)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Edge-based processing using Nvidia Jetson devices for real-time analytics with minimal cloud dependency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Reduced latency in critical decisions&lt;br&gt;- Operates in limited connectivity&lt;br&gt;- Lower operational costs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 processing reduced response time to critical events by 94%; system maintained full functionality during network outages, ensuring continuous protection</a:t>
                      </a:r>
                    </a:p>
                  </a:txBody>
                  <a:tcPr marL="9525" marR="9525" marT="9525" marB="0" anchor="ctr"/>
                </a:tc>
              </a:tr>
              <a:tr h="1017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Automated Poultry Counting and Weight Estimation Using Computer Vision and IoT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 &amp; Choi (2023)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 camera systems with custom deep learning model for non-invasive weight monitoring and inventory management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Contactless weight estimation (±3% accuracy)&lt;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&gt;- Automatic inventory updates&lt;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&gt;- Growth trend analytics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Provided daily growth tracking without handling stress; early detection of growth issues led to feed formula adjustments, improving final weights by 4.5%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0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Hardware and Software Requirements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**Hardware:** </a:t>
            </a:r>
          </a:p>
          <a:p>
            <a:r>
              <a:rPr lang="en-US" dirty="0" smtClean="0"/>
              <a:t>ESP32, </a:t>
            </a:r>
          </a:p>
          <a:p>
            <a:r>
              <a:rPr lang="en-US" dirty="0" smtClean="0"/>
              <a:t>DHT11 (Temperature &amp; Humidity),</a:t>
            </a:r>
          </a:p>
          <a:p>
            <a:r>
              <a:rPr lang="en-US" dirty="0" smtClean="0"/>
              <a:t> MQ135 (Gas Sensor), </a:t>
            </a:r>
          </a:p>
          <a:p>
            <a:r>
              <a:rPr lang="en-US" dirty="0" smtClean="0"/>
              <a:t>LDR, </a:t>
            </a:r>
          </a:p>
          <a:p>
            <a:r>
              <a:rPr lang="en-US" dirty="0" smtClean="0"/>
              <a:t>Servo Motor, </a:t>
            </a:r>
          </a:p>
          <a:p>
            <a:r>
              <a:rPr lang="en-US" dirty="0" smtClean="0"/>
              <a:t>DC Fan, </a:t>
            </a:r>
          </a:p>
          <a:p>
            <a:r>
              <a:rPr lang="en-US" dirty="0" smtClean="0"/>
              <a:t>Buzzer, </a:t>
            </a:r>
          </a:p>
          <a:p>
            <a:r>
              <a:rPr lang="en-US" dirty="0" smtClean="0"/>
              <a:t>Water Pump, </a:t>
            </a:r>
          </a:p>
          <a:p>
            <a:r>
              <a:rPr lang="en-US" dirty="0" smtClean="0"/>
              <a:t>Bulb</a:t>
            </a:r>
          </a:p>
        </p:txBody>
      </p:sp>
    </p:spTree>
    <p:extLst>
      <p:ext uri="{BB962C8B-B14F-4D97-AF65-F5344CB8AC3E}">
        <p14:creationId xmlns:p14="http://schemas.microsoft.com/office/powerpoint/2010/main" val="149085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Software:</a:t>
            </a:r>
          </a:p>
          <a:p>
            <a:r>
              <a:rPr lang="en-US" dirty="0" err="1" smtClean="0"/>
              <a:t>Arduino</a:t>
            </a:r>
            <a:r>
              <a:rPr lang="en-US" dirty="0" smtClean="0"/>
              <a:t> </a:t>
            </a:r>
            <a:r>
              <a:rPr lang="en-US" dirty="0"/>
              <a:t>IDE, </a:t>
            </a:r>
            <a:endParaRPr lang="en-US" dirty="0" smtClean="0"/>
          </a:p>
          <a:p>
            <a:r>
              <a:rPr lang="en-US" dirty="0" smtClean="0"/>
              <a:t>Python </a:t>
            </a:r>
            <a:r>
              <a:rPr lang="en-US" dirty="0"/>
              <a:t>(</a:t>
            </a:r>
            <a:r>
              <a:rPr lang="en-US" dirty="0" smtClean="0"/>
              <a:t>ML,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45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Design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system design includes interconnected sensors to measure environmental parameters, actuators to control devices, and ESP32 as the control unit.</a:t>
            </a:r>
          </a:p>
          <a:p>
            <a:r>
              <a:rPr lang="en-US" dirty="0" smtClean="0"/>
              <a:t> A mobile app and cloud service enable user interaction and real-time alerting.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44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Methodology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Deploy sensors inside the chicken coop to monitor conditions.</a:t>
            </a:r>
          </a:p>
          <a:p>
            <a:r>
              <a:rPr lang="en-US" smtClean="0"/>
              <a:t>2. Use ESP32 to process sensor data and activate devices like fan, bulb, and pump.</a:t>
            </a:r>
          </a:p>
          <a:p>
            <a:r>
              <a:rPr lang="en-US" smtClean="0"/>
              <a:t>3. Detect gas levels and alert via buzzer and Wi-Fi module.</a:t>
            </a:r>
          </a:p>
          <a:p>
            <a:r>
              <a:rPr lang="en-US" smtClean="0"/>
              <a:t>4. Control lighting based on LDR input for day/night automation.</a:t>
            </a:r>
          </a:p>
          <a:p>
            <a:r>
              <a:rPr lang="en-US" smtClean="0"/>
              <a:t>5. Train and apply ML model for disease detection based on anomalies in sensor data.</a:t>
            </a:r>
          </a:p>
          <a:p>
            <a:r>
              <a:rPr lang="en-US" smtClean="0"/>
              <a:t>6. Communicate status and warnings through mobile app (Bluetooth) and remote alerts (Wi-Fi).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986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1185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IoT-Based Chicken Boarding Temperature Control System</vt:lpstr>
      <vt:lpstr>Introduction</vt:lpstr>
      <vt:lpstr>Problem Statement</vt:lpstr>
      <vt:lpstr>Existing System</vt:lpstr>
      <vt:lpstr>Proposed System</vt:lpstr>
      <vt:lpstr>Objectives</vt:lpstr>
      <vt:lpstr>Literature Survey</vt:lpstr>
      <vt:lpstr>PowerPoint Presentation</vt:lpstr>
      <vt:lpstr>PowerPoint Presentation</vt:lpstr>
      <vt:lpstr>Hardware and Software Requirements</vt:lpstr>
      <vt:lpstr>PowerPoint Presentation</vt:lpstr>
      <vt:lpstr>Design</vt:lpstr>
      <vt:lpstr>Methodology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Chicken Boarding Temperature Control System</dc:title>
  <dc:creator>HP</dc:creator>
  <cp:lastModifiedBy>HP</cp:lastModifiedBy>
  <cp:revision>2</cp:revision>
  <dcterms:created xsi:type="dcterms:W3CDTF">2025-05-01T12:28:07Z</dcterms:created>
  <dcterms:modified xsi:type="dcterms:W3CDTF">2025-05-01T12:40:09Z</dcterms:modified>
</cp:coreProperties>
</file>